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59" r:id="rId6"/>
    <p:sldId id="262" r:id="rId7"/>
    <p:sldId id="260" r:id="rId8"/>
    <p:sldId id="264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7537" userDrawn="1">
          <p15:clr>
            <a:srgbClr val="A4A3A4"/>
          </p15:clr>
        </p15:guide>
        <p15:guide id="3" pos="143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4A3F"/>
    <a:srgbClr val="EFE6D8"/>
    <a:srgbClr val="F6E8C9"/>
    <a:srgbClr val="BA9456"/>
    <a:srgbClr val="BFAF96"/>
    <a:srgbClr val="E4D3AD"/>
    <a:srgbClr val="D1C1A3"/>
    <a:srgbClr val="EAC97E"/>
    <a:srgbClr val="D5BD97"/>
    <a:srgbClr val="ECE1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122" y="726"/>
      </p:cViewPr>
      <p:guideLst>
        <p:guide orient="horz" pos="164"/>
        <p:guide pos="7537"/>
        <p:guide pos="143"/>
        <p:guide orient="horz" pos="41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A96C-E561-719B-0940-2CCDB5192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B3701-5877-7E02-3D66-01E3F7A7E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B722D-3A0C-0B24-BBD0-C0CBAB30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29907-D9C1-C4D4-3076-91BCE2B4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52C94-C5BD-B1E3-BE7E-08E04296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804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5D97-A559-3C3F-BF3C-C847E596E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8648E-2F5F-E590-25EF-4723E0887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E2DF9-1165-8730-08E9-A45334E28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3B1CF-B04C-6DD7-7541-7805A151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DE53-177F-C7C0-A69D-72F04AE6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4102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F9EF-C8F4-7798-98F8-ABE30CAC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A00AC-FA16-9C5C-D26B-6CE235374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8AD4E-B44D-73E6-0AEA-24206FB3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D930-C6D2-090A-69B6-E2A8752A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1ADB1-7CBD-2931-17C9-1640D926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782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2B2B-7DF1-9C2B-D41D-50C8CD73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EB584-E454-0436-917D-5F81EA0CA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195A0-8A50-4CA9-D513-FD611D4D6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4CC1E-1668-2F9D-B351-30A392BF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C76-DDDC-3D2E-D593-9FD0D7F8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01158-295D-5B53-CF48-ADFA3960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566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4465-1732-B014-E7A3-2B30C268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50C8C-1F26-EDC8-0BC2-B38F56A30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54A2F-84F8-FDF2-EBE3-E06282BF4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2ABD7-A4F5-DBEB-075C-164CA1EFC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0D4A1-0192-1E32-64CC-F1E639631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35757-BA8A-BB9B-E35E-C15319BB6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95566A-503B-95EA-020F-6548A663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F9CBD-5318-33F2-EB8E-2CC442CC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741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E1DF3-4AD2-B0B2-830B-F0D1BDFC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A0750F-332C-DA3B-7200-66DDEDBB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D688C-ED43-3AA6-3131-59C62B37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4AB3A-2C86-7B9B-9C2D-982AE9B7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1644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4F938-E185-3EA6-6EF8-FCA8FF1B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31E819-4E15-A9AC-FA57-7DDF09D67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B8219-5D3D-EC6F-B639-23D2EDC7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645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3B320-F24F-66F1-7F73-324004646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991A6-51CE-2977-861D-6A963AA34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3D9C2-460E-330F-296C-FD92DE940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E0E29-00EC-9ECA-DF4F-5B3570E62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88F8A-2A4E-1011-537F-E0B392D1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331D3-D0AA-BDC4-0FEC-48989754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1156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80B18-F437-8E07-4CC6-A104DC05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EC1DD-3CF6-C7F7-9791-8FE432F42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09B65-4A5D-8F1E-3D3E-3CD0B8213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E655E-E4DD-2952-0DB3-17C9EE8F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7AC50-7B15-8D44-AF07-63B8DDE3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E480A-B503-0F22-3781-38FEB479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9597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117D0-C5F4-6FCC-DA35-D8A67003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A65E7-6A26-1A70-1C28-D80109A9F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1B09A-0540-C249-5B3A-A74386A5D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E1DC0-65CC-5C66-A3B8-73A01E522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F27C8-B7AA-2B19-E6E6-B973B6795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20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B21FA-22C4-FBDE-3E1D-C05CE8444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B6745-0B7B-0CB4-75A4-4207FAAAC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BC809-343C-CFCD-EBAC-86B166DD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98DC7-02C0-232E-0B5B-3FE2C4263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AD76B-61D1-95EB-F3E8-31B6FB0E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361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014513-40B9-AFA8-C5B0-D30B695B4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CB3D1-A77D-9A80-2CE3-AF3C9725C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4FC5A-108E-DC60-4D61-4169395BD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91024-FE1E-4EFB-9CDC-69B9F0601E72}" type="datetimeFigureOut">
              <a:rPr lang="en-CA" smtClean="0"/>
              <a:t>2026-01-15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A033-A273-3D4E-5F88-956AB592A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0F9EB-9545-DE0E-A4F6-56F44F6A0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29DAD-7899-47F2-89C4-D146819565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352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F64232F-C121-B42A-6171-C2875AE1DE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24AB3-20AC-3FF4-5DF5-06B0C00EE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13" y="1589405"/>
            <a:ext cx="7208520" cy="1721421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CA" b="1" dirty="0">
                <a:solidFill>
                  <a:srgbClr val="8A878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Tire Defects Detection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036FEC8-C3AF-6D81-C463-8867457DF0FA}"/>
              </a:ext>
            </a:extLst>
          </p:cNvPr>
          <p:cNvSpPr/>
          <p:nvPr/>
        </p:nvSpPr>
        <p:spPr>
          <a:xfrm rot="16200000">
            <a:off x="5338543" y="661224"/>
            <a:ext cx="9087670" cy="6082284"/>
          </a:xfrm>
          <a:custGeom>
            <a:avLst/>
            <a:gdLst>
              <a:gd name="csX0" fmla="*/ 1572768 w 9087670"/>
              <a:gd name="csY0" fmla="*/ 3817620 h 6082284"/>
              <a:gd name="csX1" fmla="*/ 1207008 w 9087670"/>
              <a:gd name="csY1" fmla="*/ 4549140 h 6082284"/>
              <a:gd name="csX2" fmla="*/ 365760 w 9087670"/>
              <a:gd name="csY2" fmla="*/ 4549140 h 6082284"/>
              <a:gd name="csX3" fmla="*/ 0 w 9087670"/>
              <a:gd name="csY3" fmla="*/ 3817620 h 6082284"/>
              <a:gd name="csX4" fmla="*/ 365760 w 9087670"/>
              <a:gd name="csY4" fmla="*/ 3086100 h 6082284"/>
              <a:gd name="csX5" fmla="*/ 1207008 w 9087670"/>
              <a:gd name="csY5" fmla="*/ 3086100 h 6082284"/>
              <a:gd name="csX6" fmla="*/ 1573466 w 9087670"/>
              <a:gd name="csY6" fmla="*/ 5347716 h 6082284"/>
              <a:gd name="csX7" fmla="*/ 1207706 w 9087670"/>
              <a:gd name="csY7" fmla="*/ 6079236 h 6082284"/>
              <a:gd name="csX8" fmla="*/ 366458 w 9087670"/>
              <a:gd name="csY8" fmla="*/ 6079236 h 6082284"/>
              <a:gd name="csX9" fmla="*/ 698 w 9087670"/>
              <a:gd name="csY9" fmla="*/ 5347716 h 6082284"/>
              <a:gd name="csX10" fmla="*/ 366458 w 9087670"/>
              <a:gd name="csY10" fmla="*/ 4616196 h 6082284"/>
              <a:gd name="csX11" fmla="*/ 1207706 w 9087670"/>
              <a:gd name="csY11" fmla="*/ 4616196 h 6082284"/>
              <a:gd name="csX12" fmla="*/ 1573466 w 9087670"/>
              <a:gd name="csY12" fmla="*/ 2287524 h 6082284"/>
              <a:gd name="csX13" fmla="*/ 1207706 w 9087670"/>
              <a:gd name="csY13" fmla="*/ 3019044 h 6082284"/>
              <a:gd name="csX14" fmla="*/ 366458 w 9087670"/>
              <a:gd name="csY14" fmla="*/ 3019044 h 6082284"/>
              <a:gd name="csX15" fmla="*/ 698 w 9087670"/>
              <a:gd name="csY15" fmla="*/ 2287524 h 6082284"/>
              <a:gd name="csX16" fmla="*/ 366458 w 9087670"/>
              <a:gd name="csY16" fmla="*/ 1556004 h 6082284"/>
              <a:gd name="csX17" fmla="*/ 1207706 w 9087670"/>
              <a:gd name="csY17" fmla="*/ 1556004 h 6082284"/>
              <a:gd name="csX18" fmla="*/ 1573466 w 9087670"/>
              <a:gd name="csY18" fmla="*/ 754380 h 6082284"/>
              <a:gd name="csX19" fmla="*/ 1207706 w 9087670"/>
              <a:gd name="csY19" fmla="*/ 1485900 h 6082284"/>
              <a:gd name="csX20" fmla="*/ 366458 w 9087670"/>
              <a:gd name="csY20" fmla="*/ 1485900 h 6082284"/>
              <a:gd name="csX21" fmla="*/ 698 w 9087670"/>
              <a:gd name="csY21" fmla="*/ 754380 h 6082284"/>
              <a:gd name="csX22" fmla="*/ 366458 w 9087670"/>
              <a:gd name="csY22" fmla="*/ 22860 h 6082284"/>
              <a:gd name="csX23" fmla="*/ 1207706 w 9087670"/>
              <a:gd name="csY23" fmla="*/ 22860 h 6082284"/>
              <a:gd name="csX24" fmla="*/ 2825717 w 9087670"/>
              <a:gd name="csY24" fmla="*/ 4584192 h 6082284"/>
              <a:gd name="csX25" fmla="*/ 2459957 w 9087670"/>
              <a:gd name="csY25" fmla="*/ 5315712 h 6082284"/>
              <a:gd name="csX26" fmla="*/ 1618709 w 9087670"/>
              <a:gd name="csY26" fmla="*/ 5315712 h 6082284"/>
              <a:gd name="csX27" fmla="*/ 1252949 w 9087670"/>
              <a:gd name="csY27" fmla="*/ 4584192 h 6082284"/>
              <a:gd name="csX28" fmla="*/ 1618709 w 9087670"/>
              <a:gd name="csY28" fmla="*/ 3852672 h 6082284"/>
              <a:gd name="csX29" fmla="*/ 2459957 w 9087670"/>
              <a:gd name="csY29" fmla="*/ 3852672 h 6082284"/>
              <a:gd name="csX30" fmla="*/ 2825717 w 9087670"/>
              <a:gd name="csY30" fmla="*/ 3054096 h 6082284"/>
              <a:gd name="csX31" fmla="*/ 2459957 w 9087670"/>
              <a:gd name="csY31" fmla="*/ 3785616 h 6082284"/>
              <a:gd name="csX32" fmla="*/ 1618709 w 9087670"/>
              <a:gd name="csY32" fmla="*/ 3785616 h 6082284"/>
              <a:gd name="csX33" fmla="*/ 1252949 w 9087670"/>
              <a:gd name="csY33" fmla="*/ 3054096 h 6082284"/>
              <a:gd name="csX34" fmla="*/ 1618709 w 9087670"/>
              <a:gd name="csY34" fmla="*/ 2322576 h 6082284"/>
              <a:gd name="csX35" fmla="*/ 2459957 w 9087670"/>
              <a:gd name="csY35" fmla="*/ 2322576 h 6082284"/>
              <a:gd name="csX36" fmla="*/ 2825717 w 9087670"/>
              <a:gd name="csY36" fmla="*/ 1520952 h 6082284"/>
              <a:gd name="csX37" fmla="*/ 2459957 w 9087670"/>
              <a:gd name="csY37" fmla="*/ 2252472 h 6082284"/>
              <a:gd name="csX38" fmla="*/ 1618709 w 9087670"/>
              <a:gd name="csY38" fmla="*/ 2252472 h 6082284"/>
              <a:gd name="csX39" fmla="*/ 1252949 w 9087670"/>
              <a:gd name="csY39" fmla="*/ 1520952 h 6082284"/>
              <a:gd name="csX40" fmla="*/ 1618709 w 9087670"/>
              <a:gd name="csY40" fmla="*/ 789432 h 6082284"/>
              <a:gd name="csX41" fmla="*/ 2459957 w 9087670"/>
              <a:gd name="csY41" fmla="*/ 789432 h 6082284"/>
              <a:gd name="csX42" fmla="*/ 4077968 w 9087670"/>
              <a:gd name="csY42" fmla="*/ 3797808 h 6082284"/>
              <a:gd name="csX43" fmla="*/ 3712208 w 9087670"/>
              <a:gd name="csY43" fmla="*/ 4529328 h 6082284"/>
              <a:gd name="csX44" fmla="*/ 2870960 w 9087670"/>
              <a:gd name="csY44" fmla="*/ 4529328 h 6082284"/>
              <a:gd name="csX45" fmla="*/ 2505200 w 9087670"/>
              <a:gd name="csY45" fmla="*/ 3797808 h 6082284"/>
              <a:gd name="csX46" fmla="*/ 2870960 w 9087670"/>
              <a:gd name="csY46" fmla="*/ 3066288 h 6082284"/>
              <a:gd name="csX47" fmla="*/ 3712208 w 9087670"/>
              <a:gd name="csY47" fmla="*/ 3066288 h 6082284"/>
              <a:gd name="csX48" fmla="*/ 4077968 w 9087670"/>
              <a:gd name="csY48" fmla="*/ 2264664 h 6082284"/>
              <a:gd name="csX49" fmla="*/ 3712208 w 9087670"/>
              <a:gd name="csY49" fmla="*/ 2996184 h 6082284"/>
              <a:gd name="csX50" fmla="*/ 2870960 w 9087670"/>
              <a:gd name="csY50" fmla="*/ 2996184 h 6082284"/>
              <a:gd name="csX51" fmla="*/ 2505200 w 9087670"/>
              <a:gd name="csY51" fmla="*/ 2264664 h 6082284"/>
              <a:gd name="csX52" fmla="*/ 2870960 w 9087670"/>
              <a:gd name="csY52" fmla="*/ 1533144 h 6082284"/>
              <a:gd name="csX53" fmla="*/ 3712208 w 9087670"/>
              <a:gd name="csY53" fmla="*/ 1533144 h 6082284"/>
              <a:gd name="csX54" fmla="*/ 4077968 w 9087670"/>
              <a:gd name="csY54" fmla="*/ 731520 h 6082284"/>
              <a:gd name="csX55" fmla="*/ 3712208 w 9087670"/>
              <a:gd name="csY55" fmla="*/ 1463040 h 6082284"/>
              <a:gd name="csX56" fmla="*/ 2870960 w 9087670"/>
              <a:gd name="csY56" fmla="*/ 1463040 h 6082284"/>
              <a:gd name="csX57" fmla="*/ 2505200 w 9087670"/>
              <a:gd name="csY57" fmla="*/ 731520 h 6082284"/>
              <a:gd name="csX58" fmla="*/ 2870960 w 9087670"/>
              <a:gd name="csY58" fmla="*/ 0 h 6082284"/>
              <a:gd name="csX59" fmla="*/ 3712208 w 9087670"/>
              <a:gd name="csY59" fmla="*/ 0 h 6082284"/>
              <a:gd name="csX60" fmla="*/ 4077968 w 9087670"/>
              <a:gd name="csY60" fmla="*/ 5350764 h 6082284"/>
              <a:gd name="csX61" fmla="*/ 3712208 w 9087670"/>
              <a:gd name="csY61" fmla="*/ 6082284 h 6082284"/>
              <a:gd name="csX62" fmla="*/ 2870960 w 9087670"/>
              <a:gd name="csY62" fmla="*/ 6082284 h 6082284"/>
              <a:gd name="csX63" fmla="*/ 2505200 w 9087670"/>
              <a:gd name="csY63" fmla="*/ 5350764 h 6082284"/>
              <a:gd name="csX64" fmla="*/ 2870960 w 9087670"/>
              <a:gd name="csY64" fmla="*/ 4619244 h 6082284"/>
              <a:gd name="csX65" fmla="*/ 3712208 w 9087670"/>
              <a:gd name="csY65" fmla="*/ 4619244 h 6082284"/>
              <a:gd name="csX66" fmla="*/ 5329520 w 9087670"/>
              <a:gd name="csY66" fmla="*/ 4584192 h 6082284"/>
              <a:gd name="csX67" fmla="*/ 4963759 w 9087670"/>
              <a:gd name="csY67" fmla="*/ 5315712 h 6082284"/>
              <a:gd name="csX68" fmla="*/ 4122512 w 9087670"/>
              <a:gd name="csY68" fmla="*/ 5315712 h 6082284"/>
              <a:gd name="csX69" fmla="*/ 3756753 w 9087670"/>
              <a:gd name="csY69" fmla="*/ 4584192 h 6082284"/>
              <a:gd name="csX70" fmla="*/ 4122512 w 9087670"/>
              <a:gd name="csY70" fmla="*/ 3852672 h 6082284"/>
              <a:gd name="csX71" fmla="*/ 4963759 w 9087670"/>
              <a:gd name="csY71" fmla="*/ 3852672 h 6082284"/>
              <a:gd name="csX72" fmla="*/ 5330217 w 9087670"/>
              <a:gd name="csY72" fmla="*/ 3054096 h 6082284"/>
              <a:gd name="csX73" fmla="*/ 4964458 w 9087670"/>
              <a:gd name="csY73" fmla="*/ 3785616 h 6082284"/>
              <a:gd name="csX74" fmla="*/ 4123210 w 9087670"/>
              <a:gd name="csY74" fmla="*/ 3785616 h 6082284"/>
              <a:gd name="csX75" fmla="*/ 3757451 w 9087670"/>
              <a:gd name="csY75" fmla="*/ 3054096 h 6082284"/>
              <a:gd name="csX76" fmla="*/ 4123210 w 9087670"/>
              <a:gd name="csY76" fmla="*/ 2322576 h 6082284"/>
              <a:gd name="csX77" fmla="*/ 4964458 w 9087670"/>
              <a:gd name="csY77" fmla="*/ 2322576 h 6082284"/>
              <a:gd name="csX78" fmla="*/ 5330217 w 9087670"/>
              <a:gd name="csY78" fmla="*/ 1520952 h 6082284"/>
              <a:gd name="csX79" fmla="*/ 4964458 w 9087670"/>
              <a:gd name="csY79" fmla="*/ 2252472 h 6082284"/>
              <a:gd name="csX80" fmla="*/ 4123209 w 9087670"/>
              <a:gd name="csY80" fmla="*/ 2252472 h 6082284"/>
              <a:gd name="csX81" fmla="*/ 3757451 w 9087670"/>
              <a:gd name="csY81" fmla="*/ 1520952 h 6082284"/>
              <a:gd name="csX82" fmla="*/ 4123209 w 9087670"/>
              <a:gd name="csY82" fmla="*/ 789432 h 6082284"/>
              <a:gd name="csX83" fmla="*/ 4964458 w 9087670"/>
              <a:gd name="csY83" fmla="*/ 789432 h 6082284"/>
              <a:gd name="csX84" fmla="*/ 6582468 w 9087670"/>
              <a:gd name="csY84" fmla="*/ 5350764 h 6082284"/>
              <a:gd name="csX85" fmla="*/ 6216708 w 9087670"/>
              <a:gd name="csY85" fmla="*/ 6082284 h 6082284"/>
              <a:gd name="csX86" fmla="*/ 5375460 w 9087670"/>
              <a:gd name="csY86" fmla="*/ 6082284 h 6082284"/>
              <a:gd name="csX87" fmla="*/ 5009700 w 9087670"/>
              <a:gd name="csY87" fmla="*/ 5350764 h 6082284"/>
              <a:gd name="csX88" fmla="*/ 5375460 w 9087670"/>
              <a:gd name="csY88" fmla="*/ 4619244 h 6082284"/>
              <a:gd name="csX89" fmla="*/ 6216708 w 9087670"/>
              <a:gd name="csY89" fmla="*/ 4619244 h 6082284"/>
              <a:gd name="csX90" fmla="*/ 6582468 w 9087670"/>
              <a:gd name="csY90" fmla="*/ 3820668 h 6082284"/>
              <a:gd name="csX91" fmla="*/ 6216708 w 9087670"/>
              <a:gd name="csY91" fmla="*/ 4552188 h 6082284"/>
              <a:gd name="csX92" fmla="*/ 5375460 w 9087670"/>
              <a:gd name="csY92" fmla="*/ 4552188 h 6082284"/>
              <a:gd name="csX93" fmla="*/ 5009700 w 9087670"/>
              <a:gd name="csY93" fmla="*/ 3820668 h 6082284"/>
              <a:gd name="csX94" fmla="*/ 5375460 w 9087670"/>
              <a:gd name="csY94" fmla="*/ 3089148 h 6082284"/>
              <a:gd name="csX95" fmla="*/ 6216708 w 9087670"/>
              <a:gd name="csY95" fmla="*/ 3089148 h 6082284"/>
              <a:gd name="csX96" fmla="*/ 6582468 w 9087670"/>
              <a:gd name="csY96" fmla="*/ 2287524 h 6082284"/>
              <a:gd name="csX97" fmla="*/ 6216708 w 9087670"/>
              <a:gd name="csY97" fmla="*/ 3019044 h 6082284"/>
              <a:gd name="csX98" fmla="*/ 5375460 w 9087670"/>
              <a:gd name="csY98" fmla="*/ 3019044 h 6082284"/>
              <a:gd name="csX99" fmla="*/ 5009700 w 9087670"/>
              <a:gd name="csY99" fmla="*/ 2287524 h 6082284"/>
              <a:gd name="csX100" fmla="*/ 5375460 w 9087670"/>
              <a:gd name="csY100" fmla="*/ 1556004 h 6082284"/>
              <a:gd name="csX101" fmla="*/ 6216708 w 9087670"/>
              <a:gd name="csY101" fmla="*/ 1556004 h 6082284"/>
              <a:gd name="csX102" fmla="*/ 7834719 w 9087670"/>
              <a:gd name="csY102" fmla="*/ 1498092 h 6082284"/>
              <a:gd name="csX103" fmla="*/ 7468958 w 9087670"/>
              <a:gd name="csY103" fmla="*/ 2229612 h 6082284"/>
              <a:gd name="csX104" fmla="*/ 6627710 w 9087670"/>
              <a:gd name="csY104" fmla="*/ 2229612 h 6082284"/>
              <a:gd name="csX105" fmla="*/ 6261950 w 9087670"/>
              <a:gd name="csY105" fmla="*/ 1498092 h 6082284"/>
              <a:gd name="csX106" fmla="*/ 6627710 w 9087670"/>
              <a:gd name="csY106" fmla="*/ 766572 h 6082284"/>
              <a:gd name="csX107" fmla="*/ 7468958 w 9087670"/>
              <a:gd name="csY107" fmla="*/ 766572 h 6082284"/>
              <a:gd name="csX108" fmla="*/ 7834719 w 9087670"/>
              <a:gd name="csY108" fmla="*/ 3031236 h 6082284"/>
              <a:gd name="csX109" fmla="*/ 7468959 w 9087670"/>
              <a:gd name="csY109" fmla="*/ 3762756 h 6082284"/>
              <a:gd name="csX110" fmla="*/ 6627710 w 9087670"/>
              <a:gd name="csY110" fmla="*/ 3762756 h 6082284"/>
              <a:gd name="csX111" fmla="*/ 6261950 w 9087670"/>
              <a:gd name="csY111" fmla="*/ 3031236 h 6082284"/>
              <a:gd name="csX112" fmla="*/ 6627710 w 9087670"/>
              <a:gd name="csY112" fmla="*/ 2299716 h 6082284"/>
              <a:gd name="csX113" fmla="*/ 7468959 w 9087670"/>
              <a:gd name="csY113" fmla="*/ 2299716 h 6082284"/>
              <a:gd name="csX114" fmla="*/ 7834719 w 9087670"/>
              <a:gd name="csY114" fmla="*/ 4564380 h 6082284"/>
              <a:gd name="csX115" fmla="*/ 7468959 w 9087670"/>
              <a:gd name="csY115" fmla="*/ 5295900 h 6082284"/>
              <a:gd name="csX116" fmla="*/ 6627711 w 9087670"/>
              <a:gd name="csY116" fmla="*/ 5295900 h 6082284"/>
              <a:gd name="csX117" fmla="*/ 6261951 w 9087670"/>
              <a:gd name="csY117" fmla="*/ 4564380 h 6082284"/>
              <a:gd name="csX118" fmla="*/ 6627711 w 9087670"/>
              <a:gd name="csY118" fmla="*/ 3832860 h 6082284"/>
              <a:gd name="csX119" fmla="*/ 7468959 w 9087670"/>
              <a:gd name="csY119" fmla="*/ 3832860 h 6082284"/>
              <a:gd name="csX120" fmla="*/ 9087670 w 9087670"/>
              <a:gd name="csY120" fmla="*/ 2249424 h 6082284"/>
              <a:gd name="csX121" fmla="*/ 8721910 w 9087670"/>
              <a:gd name="csY121" fmla="*/ 2980944 h 6082284"/>
              <a:gd name="csX122" fmla="*/ 7880662 w 9087670"/>
              <a:gd name="csY122" fmla="*/ 2980944 h 6082284"/>
              <a:gd name="csX123" fmla="*/ 7514902 w 9087670"/>
              <a:gd name="csY123" fmla="*/ 2249424 h 6082284"/>
              <a:gd name="csX124" fmla="*/ 7880662 w 9087670"/>
              <a:gd name="csY124" fmla="*/ 1517904 h 6082284"/>
              <a:gd name="csX125" fmla="*/ 8721910 w 9087670"/>
              <a:gd name="csY125" fmla="*/ 1517904 h 6082284"/>
              <a:gd name="csX126" fmla="*/ 9087670 w 9087670"/>
              <a:gd name="csY126" fmla="*/ 3782568 h 6082284"/>
              <a:gd name="csX127" fmla="*/ 8721910 w 9087670"/>
              <a:gd name="csY127" fmla="*/ 4514088 h 6082284"/>
              <a:gd name="csX128" fmla="*/ 7880662 w 9087670"/>
              <a:gd name="csY128" fmla="*/ 4514088 h 6082284"/>
              <a:gd name="csX129" fmla="*/ 7514902 w 9087670"/>
              <a:gd name="csY129" fmla="*/ 3782568 h 6082284"/>
              <a:gd name="csX130" fmla="*/ 7880662 w 9087670"/>
              <a:gd name="csY130" fmla="*/ 3051048 h 6082284"/>
              <a:gd name="csX131" fmla="*/ 8721910 w 9087670"/>
              <a:gd name="csY131" fmla="*/ 3051048 h 6082284"/>
              <a:gd name="csX132" fmla="*/ 9087670 w 9087670"/>
              <a:gd name="csY132" fmla="*/ 5315712 h 6082284"/>
              <a:gd name="csX133" fmla="*/ 8721910 w 9087670"/>
              <a:gd name="csY133" fmla="*/ 6047232 h 6082284"/>
              <a:gd name="csX134" fmla="*/ 7880662 w 9087670"/>
              <a:gd name="csY134" fmla="*/ 6047232 h 6082284"/>
              <a:gd name="csX135" fmla="*/ 7514902 w 9087670"/>
              <a:gd name="csY135" fmla="*/ 5315712 h 6082284"/>
              <a:gd name="csX136" fmla="*/ 7880662 w 9087670"/>
              <a:gd name="csY136" fmla="*/ 4584192 h 6082284"/>
              <a:gd name="csX137" fmla="*/ 8721910 w 9087670"/>
              <a:gd name="csY137" fmla="*/ 4584192 h 60822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</a:cxnLst>
            <a:rect l="l" t="t" r="r" b="b"/>
            <a:pathLst>
              <a:path w="9087670" h="6082284">
                <a:moveTo>
                  <a:pt x="1572768" y="3817620"/>
                </a:moveTo>
                <a:lnTo>
                  <a:pt x="1207008" y="4549140"/>
                </a:lnTo>
                <a:lnTo>
                  <a:pt x="365760" y="4549140"/>
                </a:lnTo>
                <a:lnTo>
                  <a:pt x="0" y="3817620"/>
                </a:lnTo>
                <a:lnTo>
                  <a:pt x="365760" y="3086100"/>
                </a:lnTo>
                <a:lnTo>
                  <a:pt x="1207008" y="3086100"/>
                </a:lnTo>
                <a:close/>
                <a:moveTo>
                  <a:pt x="1573466" y="5347716"/>
                </a:moveTo>
                <a:lnTo>
                  <a:pt x="1207706" y="6079236"/>
                </a:lnTo>
                <a:lnTo>
                  <a:pt x="366458" y="6079236"/>
                </a:lnTo>
                <a:lnTo>
                  <a:pt x="698" y="5347716"/>
                </a:lnTo>
                <a:lnTo>
                  <a:pt x="366458" y="4616196"/>
                </a:lnTo>
                <a:lnTo>
                  <a:pt x="1207706" y="4616196"/>
                </a:lnTo>
                <a:close/>
                <a:moveTo>
                  <a:pt x="1573466" y="2287524"/>
                </a:moveTo>
                <a:lnTo>
                  <a:pt x="1207706" y="3019044"/>
                </a:lnTo>
                <a:lnTo>
                  <a:pt x="366458" y="3019044"/>
                </a:lnTo>
                <a:lnTo>
                  <a:pt x="698" y="2287524"/>
                </a:lnTo>
                <a:lnTo>
                  <a:pt x="366458" y="1556004"/>
                </a:lnTo>
                <a:lnTo>
                  <a:pt x="1207706" y="1556004"/>
                </a:lnTo>
                <a:close/>
                <a:moveTo>
                  <a:pt x="1573466" y="754380"/>
                </a:moveTo>
                <a:lnTo>
                  <a:pt x="1207706" y="1485900"/>
                </a:lnTo>
                <a:lnTo>
                  <a:pt x="366458" y="1485900"/>
                </a:lnTo>
                <a:lnTo>
                  <a:pt x="698" y="754380"/>
                </a:lnTo>
                <a:lnTo>
                  <a:pt x="366458" y="22860"/>
                </a:lnTo>
                <a:lnTo>
                  <a:pt x="1207706" y="22860"/>
                </a:lnTo>
                <a:close/>
                <a:moveTo>
                  <a:pt x="2825717" y="4584192"/>
                </a:moveTo>
                <a:lnTo>
                  <a:pt x="2459957" y="5315712"/>
                </a:lnTo>
                <a:lnTo>
                  <a:pt x="1618709" y="5315712"/>
                </a:lnTo>
                <a:lnTo>
                  <a:pt x="1252949" y="4584192"/>
                </a:lnTo>
                <a:lnTo>
                  <a:pt x="1618709" y="3852672"/>
                </a:lnTo>
                <a:lnTo>
                  <a:pt x="2459957" y="3852672"/>
                </a:lnTo>
                <a:close/>
                <a:moveTo>
                  <a:pt x="2825717" y="3054096"/>
                </a:moveTo>
                <a:lnTo>
                  <a:pt x="2459957" y="3785616"/>
                </a:lnTo>
                <a:lnTo>
                  <a:pt x="1618709" y="3785616"/>
                </a:lnTo>
                <a:lnTo>
                  <a:pt x="1252949" y="3054096"/>
                </a:lnTo>
                <a:lnTo>
                  <a:pt x="1618709" y="2322576"/>
                </a:lnTo>
                <a:lnTo>
                  <a:pt x="2459957" y="2322576"/>
                </a:lnTo>
                <a:close/>
                <a:moveTo>
                  <a:pt x="2825717" y="1520952"/>
                </a:moveTo>
                <a:lnTo>
                  <a:pt x="2459957" y="2252472"/>
                </a:lnTo>
                <a:lnTo>
                  <a:pt x="1618709" y="2252472"/>
                </a:lnTo>
                <a:lnTo>
                  <a:pt x="1252949" y="1520952"/>
                </a:lnTo>
                <a:lnTo>
                  <a:pt x="1618709" y="789432"/>
                </a:lnTo>
                <a:lnTo>
                  <a:pt x="2459957" y="789432"/>
                </a:lnTo>
                <a:close/>
                <a:moveTo>
                  <a:pt x="4077968" y="3797808"/>
                </a:moveTo>
                <a:lnTo>
                  <a:pt x="3712208" y="4529328"/>
                </a:lnTo>
                <a:lnTo>
                  <a:pt x="2870960" y="4529328"/>
                </a:lnTo>
                <a:lnTo>
                  <a:pt x="2505200" y="3797808"/>
                </a:lnTo>
                <a:lnTo>
                  <a:pt x="2870960" y="3066288"/>
                </a:lnTo>
                <a:lnTo>
                  <a:pt x="3712208" y="3066288"/>
                </a:lnTo>
                <a:close/>
                <a:moveTo>
                  <a:pt x="4077968" y="2264664"/>
                </a:moveTo>
                <a:lnTo>
                  <a:pt x="3712208" y="2996184"/>
                </a:lnTo>
                <a:lnTo>
                  <a:pt x="2870960" y="2996184"/>
                </a:lnTo>
                <a:lnTo>
                  <a:pt x="2505200" y="2264664"/>
                </a:lnTo>
                <a:lnTo>
                  <a:pt x="2870960" y="1533144"/>
                </a:lnTo>
                <a:lnTo>
                  <a:pt x="3712208" y="1533144"/>
                </a:lnTo>
                <a:close/>
                <a:moveTo>
                  <a:pt x="4077968" y="731520"/>
                </a:moveTo>
                <a:lnTo>
                  <a:pt x="3712208" y="1463040"/>
                </a:lnTo>
                <a:lnTo>
                  <a:pt x="2870960" y="1463040"/>
                </a:lnTo>
                <a:lnTo>
                  <a:pt x="2505200" y="731520"/>
                </a:lnTo>
                <a:lnTo>
                  <a:pt x="2870960" y="0"/>
                </a:lnTo>
                <a:lnTo>
                  <a:pt x="3712208" y="0"/>
                </a:lnTo>
                <a:close/>
                <a:moveTo>
                  <a:pt x="4077968" y="5350764"/>
                </a:moveTo>
                <a:lnTo>
                  <a:pt x="3712208" y="6082284"/>
                </a:lnTo>
                <a:lnTo>
                  <a:pt x="2870960" y="6082284"/>
                </a:lnTo>
                <a:lnTo>
                  <a:pt x="2505200" y="5350764"/>
                </a:lnTo>
                <a:lnTo>
                  <a:pt x="2870960" y="4619244"/>
                </a:lnTo>
                <a:lnTo>
                  <a:pt x="3712208" y="4619244"/>
                </a:lnTo>
                <a:close/>
                <a:moveTo>
                  <a:pt x="5329520" y="4584192"/>
                </a:moveTo>
                <a:lnTo>
                  <a:pt x="4963759" y="5315712"/>
                </a:lnTo>
                <a:lnTo>
                  <a:pt x="4122512" y="5315712"/>
                </a:lnTo>
                <a:lnTo>
                  <a:pt x="3756753" y="4584192"/>
                </a:lnTo>
                <a:lnTo>
                  <a:pt x="4122512" y="3852672"/>
                </a:lnTo>
                <a:lnTo>
                  <a:pt x="4963759" y="3852672"/>
                </a:lnTo>
                <a:close/>
                <a:moveTo>
                  <a:pt x="5330217" y="3054096"/>
                </a:moveTo>
                <a:lnTo>
                  <a:pt x="4964458" y="3785616"/>
                </a:lnTo>
                <a:lnTo>
                  <a:pt x="4123210" y="3785616"/>
                </a:lnTo>
                <a:lnTo>
                  <a:pt x="3757451" y="3054096"/>
                </a:lnTo>
                <a:lnTo>
                  <a:pt x="4123210" y="2322576"/>
                </a:lnTo>
                <a:lnTo>
                  <a:pt x="4964458" y="2322576"/>
                </a:lnTo>
                <a:close/>
                <a:moveTo>
                  <a:pt x="5330217" y="1520952"/>
                </a:moveTo>
                <a:lnTo>
                  <a:pt x="4964458" y="2252472"/>
                </a:lnTo>
                <a:lnTo>
                  <a:pt x="4123209" y="2252472"/>
                </a:lnTo>
                <a:lnTo>
                  <a:pt x="3757451" y="1520952"/>
                </a:lnTo>
                <a:lnTo>
                  <a:pt x="4123209" y="789432"/>
                </a:lnTo>
                <a:lnTo>
                  <a:pt x="4964458" y="789432"/>
                </a:lnTo>
                <a:close/>
                <a:moveTo>
                  <a:pt x="6582468" y="5350764"/>
                </a:moveTo>
                <a:lnTo>
                  <a:pt x="6216708" y="6082284"/>
                </a:lnTo>
                <a:lnTo>
                  <a:pt x="5375460" y="6082284"/>
                </a:lnTo>
                <a:lnTo>
                  <a:pt x="5009700" y="5350764"/>
                </a:lnTo>
                <a:lnTo>
                  <a:pt x="5375460" y="4619244"/>
                </a:lnTo>
                <a:lnTo>
                  <a:pt x="6216708" y="4619244"/>
                </a:lnTo>
                <a:close/>
                <a:moveTo>
                  <a:pt x="6582468" y="3820668"/>
                </a:moveTo>
                <a:lnTo>
                  <a:pt x="6216708" y="4552188"/>
                </a:lnTo>
                <a:lnTo>
                  <a:pt x="5375460" y="4552188"/>
                </a:lnTo>
                <a:lnTo>
                  <a:pt x="5009700" y="3820668"/>
                </a:lnTo>
                <a:lnTo>
                  <a:pt x="5375460" y="3089148"/>
                </a:lnTo>
                <a:lnTo>
                  <a:pt x="6216708" y="3089148"/>
                </a:lnTo>
                <a:close/>
                <a:moveTo>
                  <a:pt x="6582468" y="2287524"/>
                </a:moveTo>
                <a:lnTo>
                  <a:pt x="6216708" y="3019044"/>
                </a:lnTo>
                <a:lnTo>
                  <a:pt x="5375460" y="3019044"/>
                </a:lnTo>
                <a:lnTo>
                  <a:pt x="5009700" y="2287524"/>
                </a:lnTo>
                <a:lnTo>
                  <a:pt x="5375460" y="1556004"/>
                </a:lnTo>
                <a:lnTo>
                  <a:pt x="6216708" y="1556004"/>
                </a:lnTo>
                <a:close/>
                <a:moveTo>
                  <a:pt x="7834719" y="1498092"/>
                </a:moveTo>
                <a:lnTo>
                  <a:pt x="7468958" y="2229612"/>
                </a:lnTo>
                <a:lnTo>
                  <a:pt x="6627710" y="2229612"/>
                </a:lnTo>
                <a:lnTo>
                  <a:pt x="6261950" y="1498092"/>
                </a:lnTo>
                <a:lnTo>
                  <a:pt x="6627710" y="766572"/>
                </a:lnTo>
                <a:lnTo>
                  <a:pt x="7468958" y="766572"/>
                </a:lnTo>
                <a:close/>
                <a:moveTo>
                  <a:pt x="7834719" y="3031236"/>
                </a:moveTo>
                <a:lnTo>
                  <a:pt x="7468959" y="3762756"/>
                </a:lnTo>
                <a:lnTo>
                  <a:pt x="6627710" y="3762756"/>
                </a:lnTo>
                <a:lnTo>
                  <a:pt x="6261950" y="3031236"/>
                </a:lnTo>
                <a:lnTo>
                  <a:pt x="6627710" y="2299716"/>
                </a:lnTo>
                <a:lnTo>
                  <a:pt x="7468959" y="2299716"/>
                </a:lnTo>
                <a:close/>
                <a:moveTo>
                  <a:pt x="7834719" y="4564380"/>
                </a:moveTo>
                <a:lnTo>
                  <a:pt x="7468959" y="5295900"/>
                </a:lnTo>
                <a:lnTo>
                  <a:pt x="6627711" y="5295900"/>
                </a:lnTo>
                <a:lnTo>
                  <a:pt x="6261951" y="4564380"/>
                </a:lnTo>
                <a:lnTo>
                  <a:pt x="6627711" y="3832860"/>
                </a:lnTo>
                <a:lnTo>
                  <a:pt x="7468959" y="3832860"/>
                </a:lnTo>
                <a:close/>
                <a:moveTo>
                  <a:pt x="9087670" y="2249424"/>
                </a:moveTo>
                <a:lnTo>
                  <a:pt x="8721910" y="2980944"/>
                </a:lnTo>
                <a:lnTo>
                  <a:pt x="7880662" y="2980944"/>
                </a:lnTo>
                <a:lnTo>
                  <a:pt x="7514902" y="2249424"/>
                </a:lnTo>
                <a:lnTo>
                  <a:pt x="7880662" y="1517904"/>
                </a:lnTo>
                <a:lnTo>
                  <a:pt x="8721910" y="1517904"/>
                </a:lnTo>
                <a:close/>
                <a:moveTo>
                  <a:pt x="9087670" y="3782568"/>
                </a:moveTo>
                <a:lnTo>
                  <a:pt x="8721910" y="4514088"/>
                </a:lnTo>
                <a:lnTo>
                  <a:pt x="7880662" y="4514088"/>
                </a:lnTo>
                <a:lnTo>
                  <a:pt x="7514902" y="3782568"/>
                </a:lnTo>
                <a:lnTo>
                  <a:pt x="7880662" y="3051048"/>
                </a:lnTo>
                <a:lnTo>
                  <a:pt x="8721910" y="3051048"/>
                </a:lnTo>
                <a:close/>
                <a:moveTo>
                  <a:pt x="9087670" y="5315712"/>
                </a:moveTo>
                <a:lnTo>
                  <a:pt x="8721910" y="6047232"/>
                </a:lnTo>
                <a:lnTo>
                  <a:pt x="7880662" y="6047232"/>
                </a:lnTo>
                <a:lnTo>
                  <a:pt x="7514902" y="5315712"/>
                </a:lnTo>
                <a:lnTo>
                  <a:pt x="7880662" y="4584192"/>
                </a:lnTo>
                <a:lnTo>
                  <a:pt x="8721910" y="4584192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 l="-25199" t="9259" r="-49987" b="14741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0E575F13-DCE7-FB36-330F-6130F6B8F3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7013" y="3177650"/>
            <a:ext cx="699928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26B6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Chrishan Bastiampillai – 249289D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26B6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Applied 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26B6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University of Moratuwa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26B6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01/15/2026</a:t>
            </a:r>
          </a:p>
        </p:txBody>
      </p:sp>
    </p:spTree>
    <p:extLst>
      <p:ext uri="{BB962C8B-B14F-4D97-AF65-F5344CB8AC3E}">
        <p14:creationId xmlns:p14="http://schemas.microsoft.com/office/powerpoint/2010/main" val="1535687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5944">
              <a:srgbClr val="EFE6D8"/>
            </a:gs>
            <a:gs pos="0">
              <a:schemeClr val="accent1">
                <a:lumMod val="5000"/>
                <a:lumOff val="95000"/>
              </a:schemeClr>
            </a:gs>
            <a:gs pos="74000">
              <a:srgbClr val="ECE1D0"/>
            </a:gs>
            <a:gs pos="83000">
              <a:srgbClr val="D5BD97"/>
            </a:gs>
            <a:gs pos="100000">
              <a:srgbClr val="BA9456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E43CA-B03E-2A9B-4094-6618B232E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4A7F54-F1E7-9D1F-825B-F560621FE15A}"/>
              </a:ext>
            </a:extLst>
          </p:cNvPr>
          <p:cNvSpPr/>
          <p:nvPr/>
        </p:nvSpPr>
        <p:spPr>
          <a:xfrm>
            <a:off x="2678299" y="0"/>
            <a:ext cx="9513701" cy="6858000"/>
          </a:xfrm>
          <a:custGeom>
            <a:avLst/>
            <a:gdLst>
              <a:gd name="csX0" fmla="*/ 438272 w 9513701"/>
              <a:gd name="csY0" fmla="*/ 0 h 6858000"/>
              <a:gd name="csX1" fmla="*/ 9513701 w 9513701"/>
              <a:gd name="csY1" fmla="*/ 0 h 6858000"/>
              <a:gd name="csX2" fmla="*/ 9513701 w 9513701"/>
              <a:gd name="csY2" fmla="*/ 6858000 h 6858000"/>
              <a:gd name="csX3" fmla="*/ 1552015 w 9513701"/>
              <a:gd name="csY3" fmla="*/ 6858000 h 6858000"/>
              <a:gd name="csX4" fmla="*/ 1373795 w 9513701"/>
              <a:gd name="csY4" fmla="*/ 6723856 h 6858000"/>
              <a:gd name="csX5" fmla="*/ 103001 w 9513701"/>
              <a:gd name="csY5" fmla="*/ 5588000 h 6858000"/>
              <a:gd name="csX6" fmla="*/ 1182501 w 9513701"/>
              <a:gd name="csY6" fmla="*/ 4152900 h 6858000"/>
              <a:gd name="csX7" fmla="*/ 1401 w 9513701"/>
              <a:gd name="csY7" fmla="*/ 2514600 h 6858000"/>
              <a:gd name="csX8" fmla="*/ 915801 w 9513701"/>
              <a:gd name="csY8" fmla="*/ 1003300 h 6858000"/>
              <a:gd name="csX9" fmla="*/ 456369 w 9513701"/>
              <a:gd name="csY9" fmla="*/ 18523 h 6858000"/>
              <a:gd name="csX10" fmla="*/ 438272 w 9513701"/>
              <a:gd name="csY10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513701" h="6858000">
                <a:moveTo>
                  <a:pt x="438272" y="0"/>
                </a:moveTo>
                <a:lnTo>
                  <a:pt x="9513701" y="0"/>
                </a:lnTo>
                <a:lnTo>
                  <a:pt x="9513701" y="6858000"/>
                </a:lnTo>
                <a:lnTo>
                  <a:pt x="1552015" y="6858000"/>
                </a:lnTo>
                <a:lnTo>
                  <a:pt x="1373795" y="6723856"/>
                </a:lnTo>
                <a:cubicBezTo>
                  <a:pt x="828489" y="6320896"/>
                  <a:pt x="166501" y="5875867"/>
                  <a:pt x="103001" y="5588000"/>
                </a:cubicBezTo>
                <a:cubicBezTo>
                  <a:pt x="-23999" y="5012267"/>
                  <a:pt x="1199434" y="4665133"/>
                  <a:pt x="1182501" y="4152900"/>
                </a:cubicBezTo>
                <a:cubicBezTo>
                  <a:pt x="1165568" y="3640667"/>
                  <a:pt x="45851" y="3039533"/>
                  <a:pt x="1401" y="2514600"/>
                </a:cubicBezTo>
                <a:cubicBezTo>
                  <a:pt x="-43049" y="1989667"/>
                  <a:pt x="985651" y="1490133"/>
                  <a:pt x="915801" y="1003300"/>
                </a:cubicBezTo>
                <a:cubicBezTo>
                  <a:pt x="876511" y="729456"/>
                  <a:pt x="729394" y="324346"/>
                  <a:pt x="456369" y="18523"/>
                </a:cubicBezTo>
                <a:lnTo>
                  <a:pt x="438272" y="0"/>
                </a:lnTo>
                <a:close/>
              </a:path>
            </a:pathLst>
          </a:custGeom>
          <a:solidFill>
            <a:srgbClr val="EFE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pic>
        <p:nvPicPr>
          <p:cNvPr id="2050" name="Picture 2" descr="Car Tires Rubber Tires Automotive Wheels Collection Free PNG | PNG All">
            <a:extLst>
              <a:ext uri="{FF2B5EF4-FFF2-40B4-BE49-F238E27FC236}">
                <a16:creationId xmlns:a16="http://schemas.microsoft.com/office/drawing/2014/main" id="{1444111D-9084-AFC1-0FE5-E27EA3D18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01926" y="444500"/>
            <a:ext cx="6880225" cy="479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36E271D-8385-9809-0989-FA235341E259}"/>
              </a:ext>
            </a:extLst>
          </p:cNvPr>
          <p:cNvSpPr/>
          <p:nvPr/>
        </p:nvSpPr>
        <p:spPr>
          <a:xfrm>
            <a:off x="0" y="0"/>
            <a:ext cx="4230314" cy="6858000"/>
          </a:xfrm>
          <a:custGeom>
            <a:avLst/>
            <a:gdLst>
              <a:gd name="csX0" fmla="*/ 0 w 4230314"/>
              <a:gd name="csY0" fmla="*/ 0 h 6858000"/>
              <a:gd name="csX1" fmla="*/ 3116571 w 4230314"/>
              <a:gd name="csY1" fmla="*/ 0 h 6858000"/>
              <a:gd name="csX2" fmla="*/ 3134668 w 4230314"/>
              <a:gd name="csY2" fmla="*/ 18523 h 6858000"/>
              <a:gd name="csX3" fmla="*/ 3594100 w 4230314"/>
              <a:gd name="csY3" fmla="*/ 1003300 h 6858000"/>
              <a:gd name="csX4" fmla="*/ 2679700 w 4230314"/>
              <a:gd name="csY4" fmla="*/ 2514600 h 6858000"/>
              <a:gd name="csX5" fmla="*/ 3860800 w 4230314"/>
              <a:gd name="csY5" fmla="*/ 4152900 h 6858000"/>
              <a:gd name="csX6" fmla="*/ 2781300 w 4230314"/>
              <a:gd name="csY6" fmla="*/ 5588000 h 6858000"/>
              <a:gd name="csX7" fmla="*/ 4052094 w 4230314"/>
              <a:gd name="csY7" fmla="*/ 6723856 h 6858000"/>
              <a:gd name="csX8" fmla="*/ 4230314 w 4230314"/>
              <a:gd name="csY8" fmla="*/ 6858000 h 6858000"/>
              <a:gd name="csX9" fmla="*/ 0 w 4230314"/>
              <a:gd name="csY9" fmla="*/ 6858000 h 6858000"/>
              <a:gd name="csX10" fmla="*/ 0 w 4230314"/>
              <a:gd name="csY10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230314" h="6858000">
                <a:moveTo>
                  <a:pt x="0" y="0"/>
                </a:moveTo>
                <a:lnTo>
                  <a:pt x="3116571" y="0"/>
                </a:lnTo>
                <a:lnTo>
                  <a:pt x="3134668" y="18523"/>
                </a:lnTo>
                <a:cubicBezTo>
                  <a:pt x="3407693" y="324346"/>
                  <a:pt x="3554810" y="729456"/>
                  <a:pt x="3594100" y="1003300"/>
                </a:cubicBezTo>
                <a:cubicBezTo>
                  <a:pt x="3663950" y="1490133"/>
                  <a:pt x="2635250" y="1989667"/>
                  <a:pt x="2679700" y="2514600"/>
                </a:cubicBezTo>
                <a:cubicBezTo>
                  <a:pt x="2724150" y="3039533"/>
                  <a:pt x="3843867" y="3640667"/>
                  <a:pt x="3860800" y="4152900"/>
                </a:cubicBezTo>
                <a:cubicBezTo>
                  <a:pt x="3877733" y="4665133"/>
                  <a:pt x="2654300" y="5012267"/>
                  <a:pt x="2781300" y="5588000"/>
                </a:cubicBezTo>
                <a:cubicBezTo>
                  <a:pt x="2844800" y="5875867"/>
                  <a:pt x="3506788" y="6320896"/>
                  <a:pt x="4052094" y="6723856"/>
                </a:cubicBezTo>
                <a:lnTo>
                  <a:pt x="42303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FE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97552F9-A104-25C5-8211-2348FEF73C02}"/>
              </a:ext>
            </a:extLst>
          </p:cNvPr>
          <p:cNvSpPr txBox="1">
            <a:spLocks/>
          </p:cNvSpPr>
          <p:nvPr/>
        </p:nvSpPr>
        <p:spPr>
          <a:xfrm>
            <a:off x="2241200" y="2676525"/>
            <a:ext cx="7709600" cy="7524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6600" b="1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3026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5944">
              <a:srgbClr val="EFE6D8"/>
            </a:gs>
            <a:gs pos="0">
              <a:schemeClr val="accent1">
                <a:lumMod val="5000"/>
                <a:lumOff val="95000"/>
              </a:schemeClr>
            </a:gs>
            <a:gs pos="74000">
              <a:srgbClr val="ECE1D0"/>
            </a:gs>
            <a:gs pos="83000">
              <a:srgbClr val="D5BD97"/>
            </a:gs>
            <a:gs pos="100000">
              <a:srgbClr val="BA9456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5580203-6F88-1A25-825E-007C7E09D5EE}"/>
              </a:ext>
            </a:extLst>
          </p:cNvPr>
          <p:cNvSpPr/>
          <p:nvPr/>
        </p:nvSpPr>
        <p:spPr>
          <a:xfrm>
            <a:off x="2678299" y="0"/>
            <a:ext cx="9513701" cy="6858000"/>
          </a:xfrm>
          <a:custGeom>
            <a:avLst/>
            <a:gdLst>
              <a:gd name="csX0" fmla="*/ 438272 w 9513701"/>
              <a:gd name="csY0" fmla="*/ 0 h 6858000"/>
              <a:gd name="csX1" fmla="*/ 9513701 w 9513701"/>
              <a:gd name="csY1" fmla="*/ 0 h 6858000"/>
              <a:gd name="csX2" fmla="*/ 9513701 w 9513701"/>
              <a:gd name="csY2" fmla="*/ 6858000 h 6858000"/>
              <a:gd name="csX3" fmla="*/ 1552015 w 9513701"/>
              <a:gd name="csY3" fmla="*/ 6858000 h 6858000"/>
              <a:gd name="csX4" fmla="*/ 1373795 w 9513701"/>
              <a:gd name="csY4" fmla="*/ 6723856 h 6858000"/>
              <a:gd name="csX5" fmla="*/ 103001 w 9513701"/>
              <a:gd name="csY5" fmla="*/ 5588000 h 6858000"/>
              <a:gd name="csX6" fmla="*/ 1182501 w 9513701"/>
              <a:gd name="csY6" fmla="*/ 4152900 h 6858000"/>
              <a:gd name="csX7" fmla="*/ 1401 w 9513701"/>
              <a:gd name="csY7" fmla="*/ 2514600 h 6858000"/>
              <a:gd name="csX8" fmla="*/ 915801 w 9513701"/>
              <a:gd name="csY8" fmla="*/ 1003300 h 6858000"/>
              <a:gd name="csX9" fmla="*/ 456369 w 9513701"/>
              <a:gd name="csY9" fmla="*/ 18523 h 6858000"/>
              <a:gd name="csX10" fmla="*/ 438272 w 9513701"/>
              <a:gd name="csY10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513701" h="6858000">
                <a:moveTo>
                  <a:pt x="438272" y="0"/>
                </a:moveTo>
                <a:lnTo>
                  <a:pt x="9513701" y="0"/>
                </a:lnTo>
                <a:lnTo>
                  <a:pt x="9513701" y="6858000"/>
                </a:lnTo>
                <a:lnTo>
                  <a:pt x="1552015" y="6858000"/>
                </a:lnTo>
                <a:lnTo>
                  <a:pt x="1373795" y="6723856"/>
                </a:lnTo>
                <a:cubicBezTo>
                  <a:pt x="828489" y="6320896"/>
                  <a:pt x="166501" y="5875867"/>
                  <a:pt x="103001" y="5588000"/>
                </a:cubicBezTo>
                <a:cubicBezTo>
                  <a:pt x="-23999" y="5012267"/>
                  <a:pt x="1199434" y="4665133"/>
                  <a:pt x="1182501" y="4152900"/>
                </a:cubicBezTo>
                <a:cubicBezTo>
                  <a:pt x="1165568" y="3640667"/>
                  <a:pt x="45851" y="3039533"/>
                  <a:pt x="1401" y="2514600"/>
                </a:cubicBezTo>
                <a:cubicBezTo>
                  <a:pt x="-43049" y="1989667"/>
                  <a:pt x="985651" y="1490133"/>
                  <a:pt x="915801" y="1003300"/>
                </a:cubicBezTo>
                <a:cubicBezTo>
                  <a:pt x="876511" y="729456"/>
                  <a:pt x="729394" y="324346"/>
                  <a:pt x="456369" y="18523"/>
                </a:cubicBezTo>
                <a:lnTo>
                  <a:pt x="438272" y="0"/>
                </a:lnTo>
                <a:close/>
              </a:path>
            </a:pathLst>
          </a:custGeom>
          <a:solidFill>
            <a:srgbClr val="EFE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pic>
        <p:nvPicPr>
          <p:cNvPr id="2050" name="Picture 2" descr="Car Tires Rubber Tires Automotive Wheels Collection Free PNG | PNG All">
            <a:extLst>
              <a:ext uri="{FF2B5EF4-FFF2-40B4-BE49-F238E27FC236}">
                <a16:creationId xmlns:a16="http://schemas.microsoft.com/office/drawing/2014/main" id="{7FBEECE0-17B9-6EF9-3D69-FD50AD8F9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0600" y="444500"/>
            <a:ext cx="6880225" cy="479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C273000-BAEE-B3EB-8C0D-D681541BEA09}"/>
              </a:ext>
            </a:extLst>
          </p:cNvPr>
          <p:cNvSpPr/>
          <p:nvPr/>
        </p:nvSpPr>
        <p:spPr>
          <a:xfrm>
            <a:off x="-1291245" y="0"/>
            <a:ext cx="4230314" cy="6858000"/>
          </a:xfrm>
          <a:custGeom>
            <a:avLst/>
            <a:gdLst>
              <a:gd name="csX0" fmla="*/ 0 w 4230314"/>
              <a:gd name="csY0" fmla="*/ 0 h 6858000"/>
              <a:gd name="csX1" fmla="*/ 3116571 w 4230314"/>
              <a:gd name="csY1" fmla="*/ 0 h 6858000"/>
              <a:gd name="csX2" fmla="*/ 3134668 w 4230314"/>
              <a:gd name="csY2" fmla="*/ 18523 h 6858000"/>
              <a:gd name="csX3" fmla="*/ 3594100 w 4230314"/>
              <a:gd name="csY3" fmla="*/ 1003300 h 6858000"/>
              <a:gd name="csX4" fmla="*/ 2679700 w 4230314"/>
              <a:gd name="csY4" fmla="*/ 2514600 h 6858000"/>
              <a:gd name="csX5" fmla="*/ 3860800 w 4230314"/>
              <a:gd name="csY5" fmla="*/ 4152900 h 6858000"/>
              <a:gd name="csX6" fmla="*/ 2781300 w 4230314"/>
              <a:gd name="csY6" fmla="*/ 5588000 h 6858000"/>
              <a:gd name="csX7" fmla="*/ 4052094 w 4230314"/>
              <a:gd name="csY7" fmla="*/ 6723856 h 6858000"/>
              <a:gd name="csX8" fmla="*/ 4230314 w 4230314"/>
              <a:gd name="csY8" fmla="*/ 6858000 h 6858000"/>
              <a:gd name="csX9" fmla="*/ 0 w 4230314"/>
              <a:gd name="csY9" fmla="*/ 6858000 h 6858000"/>
              <a:gd name="csX10" fmla="*/ 0 w 4230314"/>
              <a:gd name="csY10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230314" h="6858000">
                <a:moveTo>
                  <a:pt x="0" y="0"/>
                </a:moveTo>
                <a:lnTo>
                  <a:pt x="3116571" y="0"/>
                </a:lnTo>
                <a:lnTo>
                  <a:pt x="3134668" y="18523"/>
                </a:lnTo>
                <a:cubicBezTo>
                  <a:pt x="3407693" y="324346"/>
                  <a:pt x="3554810" y="729456"/>
                  <a:pt x="3594100" y="1003300"/>
                </a:cubicBezTo>
                <a:cubicBezTo>
                  <a:pt x="3663950" y="1490133"/>
                  <a:pt x="2635250" y="1989667"/>
                  <a:pt x="2679700" y="2514600"/>
                </a:cubicBezTo>
                <a:cubicBezTo>
                  <a:pt x="2724150" y="3039533"/>
                  <a:pt x="3843867" y="3640667"/>
                  <a:pt x="3860800" y="4152900"/>
                </a:cubicBezTo>
                <a:cubicBezTo>
                  <a:pt x="3877733" y="4665133"/>
                  <a:pt x="2654300" y="5012267"/>
                  <a:pt x="2781300" y="5588000"/>
                </a:cubicBezTo>
                <a:cubicBezTo>
                  <a:pt x="2844800" y="5875867"/>
                  <a:pt x="3506788" y="6320896"/>
                  <a:pt x="4052094" y="6723856"/>
                </a:cubicBezTo>
                <a:lnTo>
                  <a:pt x="42303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FE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9E84014E-7CB9-EA83-BDA0-72C4992B7996}"/>
              </a:ext>
            </a:extLst>
          </p:cNvPr>
          <p:cNvSpPr txBox="1">
            <a:spLocks/>
          </p:cNvSpPr>
          <p:nvPr/>
        </p:nvSpPr>
        <p:spPr>
          <a:xfrm>
            <a:off x="6607968" y="647699"/>
            <a:ext cx="4802188" cy="7524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951135-345C-0828-8EB9-91711F387F97}"/>
              </a:ext>
            </a:extLst>
          </p:cNvPr>
          <p:cNvSpPr txBox="1"/>
          <p:nvPr/>
        </p:nvSpPr>
        <p:spPr>
          <a:xfrm>
            <a:off x="6743700" y="1586208"/>
            <a:ext cx="5221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Tire defects are rare but costly—traditional inspection methods struggle to detect them early and consistently.</a:t>
            </a:r>
            <a:endParaRPr lang="en-CA" dirty="0">
              <a:solidFill>
                <a:srgbClr val="5B4A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DF0B69-0F4A-6CD3-E3ED-64285CC41238}"/>
              </a:ext>
            </a:extLst>
          </p:cNvPr>
          <p:cNvSpPr txBox="1"/>
          <p:nvPr/>
        </p:nvSpPr>
        <p:spPr>
          <a:xfrm>
            <a:off x="6743700" y="2839550"/>
            <a:ext cx="5221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address this challenge, we introduce a data-driven solution that improves defect detection accuracy while supporting informed quality-control decisions.</a:t>
            </a:r>
            <a:endParaRPr lang="en-CA" dirty="0">
              <a:solidFill>
                <a:srgbClr val="5B4A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F455D9-265C-CEEB-FDC9-DD431D15BE6A}"/>
              </a:ext>
            </a:extLst>
          </p:cNvPr>
          <p:cNvSpPr txBox="1"/>
          <p:nvPr/>
        </p:nvSpPr>
        <p:spPr>
          <a:xfrm>
            <a:off x="6743700" y="4369891"/>
            <a:ext cx="5221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approach demonstrates how explainable machine learning can enhance reliability and trust in industrial quality control.</a:t>
            </a:r>
            <a:endParaRPr lang="en-CA" dirty="0">
              <a:solidFill>
                <a:srgbClr val="5B4A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1675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0EFB2-7CDF-7473-6073-E66A22EBF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A65E-36A7-48E1-9A99-5B497079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92425"/>
            <a:ext cx="12192000" cy="1073150"/>
          </a:xfrm>
        </p:spPr>
        <p:txBody>
          <a:bodyPr>
            <a:normAutofit/>
          </a:bodyPr>
          <a:lstStyle/>
          <a:p>
            <a:pPr algn="ctr"/>
            <a:r>
              <a:rPr lang="en-CA" sz="6600" b="1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&amp; Model Overview</a:t>
            </a:r>
          </a:p>
        </p:txBody>
      </p:sp>
    </p:spTree>
    <p:extLst>
      <p:ext uri="{BB962C8B-B14F-4D97-AF65-F5344CB8AC3E}">
        <p14:creationId xmlns:p14="http://schemas.microsoft.com/office/powerpoint/2010/main" val="245204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AF3F86C-D70D-FBE2-63F2-3A4E47815B0C}"/>
              </a:ext>
            </a:extLst>
          </p:cNvPr>
          <p:cNvGrpSpPr/>
          <p:nvPr/>
        </p:nvGrpSpPr>
        <p:grpSpPr>
          <a:xfrm>
            <a:off x="0" y="0"/>
            <a:ext cx="4064000" cy="6858000"/>
            <a:chOff x="0" y="0"/>
            <a:chExt cx="4064000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9AF0265-1DC2-AA70-5D61-39C7EE1D0E2F}"/>
                </a:ext>
              </a:extLst>
            </p:cNvPr>
            <p:cNvSpPr/>
            <p:nvPr/>
          </p:nvSpPr>
          <p:spPr>
            <a:xfrm>
              <a:off x="0" y="0"/>
              <a:ext cx="4064000" cy="6858000"/>
            </a:xfrm>
            <a:prstGeom prst="rect">
              <a:avLst/>
            </a:prstGeom>
            <a:solidFill>
              <a:srgbClr val="E4D3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998786-DB07-A783-C68B-137DD701DB25}"/>
                </a:ext>
              </a:extLst>
            </p:cNvPr>
            <p:cNvSpPr txBox="1"/>
            <p:nvPr/>
          </p:nvSpPr>
          <p:spPr>
            <a:xfrm>
              <a:off x="227013" y="260350"/>
              <a:ext cx="3557587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CA" sz="60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Data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79F8E4-0F2B-C14C-B070-819649329DBF}"/>
                </a:ext>
              </a:extLst>
            </p:cNvPr>
            <p:cNvSpPr txBox="1"/>
            <p:nvPr/>
          </p:nvSpPr>
          <p:spPr>
            <a:xfrm>
              <a:off x="253206" y="1782585"/>
              <a:ext cx="355758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CA" sz="28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~12,000 Tire Records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4C1EFE-C433-F864-7C13-2B94A7CD1BE3}"/>
                </a:ext>
              </a:extLst>
            </p:cNvPr>
            <p:cNvSpPr txBox="1"/>
            <p:nvPr/>
          </p:nvSpPr>
          <p:spPr>
            <a:xfrm>
              <a:off x="253206" y="5200665"/>
              <a:ext cx="355758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CA" sz="28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~7% Defect Rate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2904FE-1108-9D50-FF00-8B5F37E3A954}"/>
                </a:ext>
              </a:extLst>
            </p:cNvPr>
            <p:cNvSpPr txBox="1"/>
            <p:nvPr/>
          </p:nvSpPr>
          <p:spPr>
            <a:xfrm>
              <a:off x="253206" y="2637105"/>
              <a:ext cx="355758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CA" sz="28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8,402 Training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15897D-854D-143D-D724-2EBA2A45DD14}"/>
                </a:ext>
              </a:extLst>
            </p:cNvPr>
            <p:cNvSpPr txBox="1"/>
            <p:nvPr/>
          </p:nvSpPr>
          <p:spPr>
            <a:xfrm>
              <a:off x="227011" y="3491625"/>
              <a:ext cx="355758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CA" sz="28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1,818 Validation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70527E-B0D1-AF96-563E-919DFAF1AB11}"/>
                </a:ext>
              </a:extLst>
            </p:cNvPr>
            <p:cNvSpPr txBox="1"/>
            <p:nvPr/>
          </p:nvSpPr>
          <p:spPr>
            <a:xfrm>
              <a:off x="253206" y="4346145"/>
              <a:ext cx="355758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CA" sz="28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1780 Test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9E5629-E975-E827-E641-FA10B0FB1D32}"/>
              </a:ext>
            </a:extLst>
          </p:cNvPr>
          <p:cNvGrpSpPr/>
          <p:nvPr/>
        </p:nvGrpSpPr>
        <p:grpSpPr>
          <a:xfrm>
            <a:off x="4064000" y="0"/>
            <a:ext cx="4064000" cy="6858000"/>
            <a:chOff x="4064000" y="0"/>
            <a:chExt cx="4064000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FE6D58-2FE9-7950-916D-61B6591D8ECD}"/>
                </a:ext>
              </a:extLst>
            </p:cNvPr>
            <p:cNvSpPr/>
            <p:nvPr/>
          </p:nvSpPr>
          <p:spPr>
            <a:xfrm>
              <a:off x="4064000" y="0"/>
              <a:ext cx="4064000" cy="6858000"/>
            </a:xfrm>
            <a:prstGeom prst="rect">
              <a:avLst/>
            </a:prstGeom>
            <a:solidFill>
              <a:srgbClr val="D1C1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DF11DF-C21F-3644-DCA6-C4A6C23294D3}"/>
                </a:ext>
              </a:extLst>
            </p:cNvPr>
            <p:cNvSpPr txBox="1"/>
            <p:nvPr/>
          </p:nvSpPr>
          <p:spPr>
            <a:xfrm>
              <a:off x="4316413" y="260350"/>
              <a:ext cx="3557587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CA" sz="60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Features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C6B6307-5CBE-C80B-EB75-D31FDDEAA60B}"/>
                </a:ext>
              </a:extLst>
            </p:cNvPr>
            <p:cNvSpPr txBox="1"/>
            <p:nvPr/>
          </p:nvSpPr>
          <p:spPr>
            <a:xfrm>
              <a:off x="4167186" y="1782585"/>
              <a:ext cx="3557587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CA" sz="28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Process Parameters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8157D9-803B-225D-5156-949638416E79}"/>
                </a:ext>
              </a:extLst>
            </p:cNvPr>
            <p:cNvSpPr txBox="1"/>
            <p:nvPr/>
          </p:nvSpPr>
          <p:spPr>
            <a:xfrm>
              <a:off x="4167185" y="2444744"/>
              <a:ext cx="3960814" cy="9541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CA" sz="28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Environmental Condition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65FA5A-0D9A-7384-4479-B518BF9BEE5C}"/>
                </a:ext>
              </a:extLst>
            </p:cNvPr>
            <p:cNvSpPr txBox="1"/>
            <p:nvPr/>
          </p:nvSpPr>
          <p:spPr>
            <a:xfrm>
              <a:off x="4167185" y="3537791"/>
              <a:ext cx="3557587" cy="9541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CA" sz="28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Physical Measurements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1D77610-9325-F5E7-2A19-6DD0A3C56B34}"/>
              </a:ext>
            </a:extLst>
          </p:cNvPr>
          <p:cNvGrpSpPr/>
          <p:nvPr/>
        </p:nvGrpSpPr>
        <p:grpSpPr>
          <a:xfrm>
            <a:off x="8128000" y="0"/>
            <a:ext cx="4064000" cy="6858000"/>
            <a:chOff x="8128000" y="0"/>
            <a:chExt cx="4064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6EEE65-A8D7-A230-BF59-C8BDC59139BF}"/>
                </a:ext>
              </a:extLst>
            </p:cNvPr>
            <p:cNvSpPr/>
            <p:nvPr/>
          </p:nvSpPr>
          <p:spPr>
            <a:xfrm>
              <a:off x="8128000" y="0"/>
              <a:ext cx="4064000" cy="6858000"/>
            </a:xfrm>
            <a:prstGeom prst="rect">
              <a:avLst/>
            </a:prstGeom>
            <a:solidFill>
              <a:srgbClr val="BFAF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C3D7C0-7AF5-5EBC-570C-CFEEC8B955C5}"/>
                </a:ext>
              </a:extLst>
            </p:cNvPr>
            <p:cNvSpPr txBox="1"/>
            <p:nvPr/>
          </p:nvSpPr>
          <p:spPr>
            <a:xfrm>
              <a:off x="8380413" y="260349"/>
              <a:ext cx="3557587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CA" sz="6000" dirty="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Model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03B4C3-3E62-7898-A8C8-33773CE2846E}"/>
                </a:ext>
              </a:extLst>
            </p:cNvPr>
            <p:cNvSpPr txBox="1"/>
            <p:nvPr/>
          </p:nvSpPr>
          <p:spPr>
            <a:xfrm>
              <a:off x="8231186" y="1743242"/>
              <a:ext cx="3557587" cy="13849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rgbClr val="5B4A3F"/>
                  </a:solidFill>
                  <a:latin typeface="Cambria" panose="02040503050406030204" pitchFamily="18" charset="0"/>
                  <a:ea typeface="Cambria" panose="02040503050406030204" pitchFamily="18" charset="0"/>
                </a:defRPr>
              </a:lvl1pPr>
            </a:lstStyle>
            <a:p>
              <a:r>
                <a:rPr lang="en-US" dirty="0"/>
                <a:t>Tree-based ensemble (Gradient Boosted Trees)</a:t>
              </a:r>
              <a:endParaRPr lang="en-CA" dirty="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E70C5270-4FE6-5F0E-CA63-0403BE4B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4" y="-1238800"/>
            <a:ext cx="12192000" cy="1073150"/>
          </a:xfrm>
        </p:spPr>
        <p:txBody>
          <a:bodyPr>
            <a:normAutofit/>
          </a:bodyPr>
          <a:lstStyle/>
          <a:p>
            <a:pPr algn="ctr"/>
            <a:r>
              <a:rPr lang="en-CA" sz="6600" b="1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&amp; Model Overview</a:t>
            </a:r>
          </a:p>
        </p:txBody>
      </p:sp>
    </p:spTree>
    <p:extLst>
      <p:ext uri="{BB962C8B-B14F-4D97-AF65-F5344CB8AC3E}">
        <p14:creationId xmlns:p14="http://schemas.microsoft.com/office/powerpoint/2010/main" val="3504448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2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7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8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 p14:presetBounceEnd="2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11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12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 p14:presetBounceEnd="2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5000">
                                          <p:cBhvr additive="base">
                                            <p:cTn id="15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5000">
                                          <p:cBhvr additive="base">
                                            <p:cTn id="16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56AE8-FEB6-6B8B-5A38-1E170DA1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562E-3E5E-535B-77A0-3CC8244A2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92425"/>
            <a:ext cx="12192000" cy="1073150"/>
          </a:xfrm>
        </p:spPr>
        <p:txBody>
          <a:bodyPr>
            <a:normAutofit/>
          </a:bodyPr>
          <a:lstStyle/>
          <a:p>
            <a:pPr algn="ctr"/>
            <a:r>
              <a:rPr lang="en-CA" sz="6600" b="1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917005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EC0-1B6F-4185-8E58-770A13D3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3150"/>
          </a:xfrm>
        </p:spPr>
        <p:txBody>
          <a:bodyPr>
            <a:normAutofit/>
          </a:bodyPr>
          <a:lstStyle/>
          <a:p>
            <a:pPr algn="ctr"/>
            <a:r>
              <a:rPr lang="en-CA" sz="6600" b="1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 Performance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7628FA-B623-3E39-AC93-7AB49C06BFCA}"/>
              </a:ext>
            </a:extLst>
          </p:cNvPr>
          <p:cNvGrpSpPr/>
          <p:nvPr/>
        </p:nvGrpSpPr>
        <p:grpSpPr>
          <a:xfrm>
            <a:off x="431800" y="1073150"/>
            <a:ext cx="2705100" cy="3413214"/>
            <a:chOff x="431800" y="1073150"/>
            <a:chExt cx="2705100" cy="3413214"/>
          </a:xfrm>
        </p:grpSpPr>
        <p:pic>
          <p:nvPicPr>
            <p:cNvPr id="5" name="Graphic 4" descr="Bullseye with solid fill">
              <a:extLst>
                <a:ext uri="{FF2B5EF4-FFF2-40B4-BE49-F238E27FC236}">
                  <a16:creationId xmlns:a16="http://schemas.microsoft.com/office/drawing/2014/main" id="{65D08E83-DC07-D809-5BAF-BFF93F84C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2350" y="1671000"/>
              <a:ext cx="1524000" cy="1524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0C18C5-F4AA-F62D-073C-C8E14A080595}"/>
                </a:ext>
              </a:extLst>
            </p:cNvPr>
            <p:cNvSpPr txBox="1"/>
            <p:nvPr/>
          </p:nvSpPr>
          <p:spPr>
            <a:xfrm>
              <a:off x="431800" y="1073150"/>
              <a:ext cx="2705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800" b="1" dirty="0">
                  <a:solidFill>
                    <a:srgbClr val="BA9456"/>
                  </a:solidFill>
                </a:rPr>
                <a:t>Test Accuracy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479B484-23F4-DAD3-E20B-F4554667A4F9}"/>
                </a:ext>
              </a:extLst>
            </p:cNvPr>
            <p:cNvSpPr txBox="1"/>
            <p:nvPr/>
          </p:nvSpPr>
          <p:spPr>
            <a:xfrm>
              <a:off x="596900" y="3886200"/>
              <a:ext cx="22733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300" b="1" dirty="0">
                  <a:solidFill>
                    <a:srgbClr val="BA9456"/>
                  </a:solidFill>
                </a:rPr>
                <a:t>87.98%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0BC6AFE-D1A3-9455-D4BF-C86A86A185F5}"/>
              </a:ext>
            </a:extLst>
          </p:cNvPr>
          <p:cNvGrpSpPr/>
          <p:nvPr/>
        </p:nvGrpSpPr>
        <p:grpSpPr>
          <a:xfrm>
            <a:off x="3441700" y="1079500"/>
            <a:ext cx="2705100" cy="3406864"/>
            <a:chOff x="3441700" y="1079500"/>
            <a:chExt cx="2705100" cy="3406864"/>
          </a:xfrm>
        </p:grpSpPr>
        <p:pic>
          <p:nvPicPr>
            <p:cNvPr id="11" name="Graphic 10" descr="Target with solid fill">
              <a:extLst>
                <a:ext uri="{FF2B5EF4-FFF2-40B4-BE49-F238E27FC236}">
                  <a16:creationId xmlns:a16="http://schemas.microsoft.com/office/drawing/2014/main" id="{EB8A04D3-5179-2269-9061-29CDDDDE1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32850" y="1672200"/>
              <a:ext cx="1522800" cy="15228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AB6599-B1C2-847F-4DD8-02710AB447B7}"/>
                </a:ext>
              </a:extLst>
            </p:cNvPr>
            <p:cNvSpPr txBox="1"/>
            <p:nvPr/>
          </p:nvSpPr>
          <p:spPr>
            <a:xfrm>
              <a:off x="3441700" y="1079500"/>
              <a:ext cx="2705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800" b="1" dirty="0">
                  <a:solidFill>
                    <a:srgbClr val="BA9456"/>
                  </a:solidFill>
                </a:rPr>
                <a:t>Precision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6A7344-9269-6A74-F1B8-DCB036B8CD21}"/>
                </a:ext>
              </a:extLst>
            </p:cNvPr>
            <p:cNvSpPr txBox="1"/>
            <p:nvPr/>
          </p:nvSpPr>
          <p:spPr>
            <a:xfrm>
              <a:off x="3657600" y="3886200"/>
              <a:ext cx="22733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300" b="1" dirty="0">
                  <a:solidFill>
                    <a:srgbClr val="BA9456"/>
                  </a:solidFill>
                </a:rPr>
                <a:t>12.04%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351539-E0A0-29D6-07B6-C9F3EA251BE0}"/>
              </a:ext>
            </a:extLst>
          </p:cNvPr>
          <p:cNvGrpSpPr/>
          <p:nvPr/>
        </p:nvGrpSpPr>
        <p:grpSpPr>
          <a:xfrm>
            <a:off x="6451600" y="1079500"/>
            <a:ext cx="2705100" cy="3406864"/>
            <a:chOff x="6451600" y="1079500"/>
            <a:chExt cx="2705100" cy="3406864"/>
          </a:xfrm>
        </p:grpSpPr>
        <p:pic>
          <p:nvPicPr>
            <p:cNvPr id="13" name="Graphic 12" descr="Arrow circle with solid fill">
              <a:extLst>
                <a:ext uri="{FF2B5EF4-FFF2-40B4-BE49-F238E27FC236}">
                  <a16:creationId xmlns:a16="http://schemas.microsoft.com/office/drawing/2014/main" id="{13BE4985-03DE-F2D0-C5A2-E371A9824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42750" y="1700600"/>
              <a:ext cx="1522800" cy="15228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CA3AE3-AC13-E42F-E93E-56DF57AC020E}"/>
                </a:ext>
              </a:extLst>
            </p:cNvPr>
            <p:cNvSpPr txBox="1"/>
            <p:nvPr/>
          </p:nvSpPr>
          <p:spPr>
            <a:xfrm>
              <a:off x="6451600" y="1079500"/>
              <a:ext cx="2705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800" b="1" dirty="0">
                  <a:solidFill>
                    <a:srgbClr val="BA9456"/>
                  </a:solidFill>
                </a:rPr>
                <a:t>Recall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8605999-127F-5A78-C533-C173995C07C6}"/>
                </a:ext>
              </a:extLst>
            </p:cNvPr>
            <p:cNvSpPr txBox="1"/>
            <p:nvPr/>
          </p:nvSpPr>
          <p:spPr>
            <a:xfrm>
              <a:off x="6667500" y="3886200"/>
              <a:ext cx="22733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300" b="1" dirty="0">
                  <a:solidFill>
                    <a:srgbClr val="BA9456"/>
                  </a:solidFill>
                </a:rPr>
                <a:t>9.85%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EF0E493-90CA-7BFB-4225-17A583D9D03D}"/>
              </a:ext>
            </a:extLst>
          </p:cNvPr>
          <p:cNvGrpSpPr/>
          <p:nvPr/>
        </p:nvGrpSpPr>
        <p:grpSpPr>
          <a:xfrm>
            <a:off x="9461500" y="1073150"/>
            <a:ext cx="2705100" cy="3413214"/>
            <a:chOff x="9461500" y="1073150"/>
            <a:chExt cx="2705100" cy="3413214"/>
          </a:xfrm>
        </p:grpSpPr>
        <p:pic>
          <p:nvPicPr>
            <p:cNvPr id="9" name="Graphic 8" descr="Scales of justice with solid fill">
              <a:extLst>
                <a:ext uri="{FF2B5EF4-FFF2-40B4-BE49-F238E27FC236}">
                  <a16:creationId xmlns:a16="http://schemas.microsoft.com/office/drawing/2014/main" id="{D2941702-4C6E-FAA2-01C9-46EEE84E3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052050" y="1700600"/>
              <a:ext cx="1522800" cy="1522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933853-FF0F-E708-3D2B-6A085F422D50}"/>
                </a:ext>
              </a:extLst>
            </p:cNvPr>
            <p:cNvSpPr txBox="1"/>
            <p:nvPr/>
          </p:nvSpPr>
          <p:spPr>
            <a:xfrm>
              <a:off x="9461500" y="1073150"/>
              <a:ext cx="27051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800" b="1" dirty="0">
                  <a:solidFill>
                    <a:srgbClr val="BA9456"/>
                  </a:solidFill>
                </a:rPr>
                <a:t>F1 Score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399C291-83A8-71A3-392B-F40A896C310D}"/>
                </a:ext>
              </a:extLst>
            </p:cNvPr>
            <p:cNvSpPr txBox="1"/>
            <p:nvPr/>
          </p:nvSpPr>
          <p:spPr>
            <a:xfrm>
              <a:off x="9676800" y="3886200"/>
              <a:ext cx="22733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300" b="1" dirty="0">
                  <a:solidFill>
                    <a:srgbClr val="BA9456"/>
                  </a:solidFill>
                </a:rPr>
                <a:t>10.83%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2665B90-27CA-593B-BC04-3E85BCD431E5}"/>
              </a:ext>
            </a:extLst>
          </p:cNvPr>
          <p:cNvSpPr txBox="1"/>
          <p:nvPr/>
        </p:nvSpPr>
        <p:spPr>
          <a:xfrm>
            <a:off x="596900" y="4946590"/>
            <a:ext cx="10977950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BA9456"/>
                </a:solidFill>
              </a:rPr>
              <a:t>Performance reflects realistic industrial class imbalance.</a:t>
            </a:r>
          </a:p>
        </p:txBody>
      </p:sp>
    </p:spTree>
    <p:extLst>
      <p:ext uri="{BB962C8B-B14F-4D97-AF65-F5344CB8AC3E}">
        <p14:creationId xmlns:p14="http://schemas.microsoft.com/office/powerpoint/2010/main" val="2920221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D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192A0-454D-554B-6EE7-1322566A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8F34E-4036-80CD-815E-1DCCE0F4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 b="1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Explainability &amp; Insight</a:t>
            </a:r>
          </a:p>
        </p:txBody>
      </p:sp>
    </p:spTree>
    <p:extLst>
      <p:ext uri="{BB962C8B-B14F-4D97-AF65-F5344CB8AC3E}">
        <p14:creationId xmlns:p14="http://schemas.microsoft.com/office/powerpoint/2010/main" val="72397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26EE-3BC7-0DF7-C484-8450C61D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6600" b="1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Explainability &amp;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D95A0-5096-E2D4-EBDE-213C5D512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Blip>
                <a:blip r:embed="rId2"/>
              </a:buBlip>
            </a:pPr>
            <a:r>
              <a:rPr lang="en-CA" dirty="0"/>
              <a:t> </a:t>
            </a:r>
            <a:r>
              <a:rPr lang="en-CA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SHAP was used to explain model Prediction</a:t>
            </a:r>
          </a:p>
          <a:p>
            <a:endParaRPr lang="en-CA" dirty="0">
              <a:solidFill>
                <a:srgbClr val="5B4A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Blip>
                <a:blip r:embed="rId2"/>
              </a:buBlip>
            </a:pPr>
            <a:r>
              <a:rPr lang="en-CA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Top drivers of defect</a:t>
            </a:r>
          </a:p>
          <a:p>
            <a:pPr lvl="1">
              <a:buBlip>
                <a:blip r:embed="rId2"/>
              </a:buBlip>
            </a:pPr>
            <a:r>
              <a:rPr lang="en-CA" sz="2800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Cure Temperature</a:t>
            </a:r>
          </a:p>
          <a:p>
            <a:pPr lvl="1">
              <a:buBlip>
                <a:blip r:embed="rId2"/>
              </a:buBlip>
            </a:pPr>
            <a:r>
              <a:rPr lang="en-CA" sz="2800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Ambient humidity</a:t>
            </a:r>
          </a:p>
          <a:p>
            <a:pPr lvl="1">
              <a:buBlip>
                <a:blip r:embed="rId2"/>
              </a:buBlip>
            </a:pPr>
            <a:r>
              <a:rPr lang="en-CA" sz="2800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Tire Weight</a:t>
            </a:r>
          </a:p>
          <a:p>
            <a:pPr lvl="1">
              <a:buBlip>
                <a:blip r:embed="rId2"/>
              </a:buBlip>
            </a:pPr>
            <a:r>
              <a:rPr lang="en-CA" sz="2800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Uniformity Metrics</a:t>
            </a:r>
          </a:p>
          <a:p>
            <a:pPr lvl="1">
              <a:buBlip>
                <a:blip r:embed="rId2"/>
              </a:buBlip>
            </a:pPr>
            <a:endParaRPr lang="en-CA" sz="2800" dirty="0">
              <a:solidFill>
                <a:srgbClr val="5B4A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Blip>
                <a:blip r:embed="rId2"/>
              </a:buBlip>
            </a:pPr>
            <a:r>
              <a:rPr lang="en-CA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Predictions align with manufacturing domain knowledge</a:t>
            </a:r>
            <a:endParaRPr lang="en-CA" dirty="0">
              <a:solidFill>
                <a:srgbClr val="5B4A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buBlip>
                <a:blip r:embed="rId2"/>
              </a:buBlip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07930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6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ire PNG Images Transparent Free Download">
            <a:extLst>
              <a:ext uri="{FF2B5EF4-FFF2-40B4-BE49-F238E27FC236}">
                <a16:creationId xmlns:a16="http://schemas.microsoft.com/office/drawing/2014/main" id="{CE852311-904D-69EF-1585-D84AFA58D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7838"/>
            <a:ext cx="97536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5C0145-10DD-5308-9E70-E79713FC0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0750" y="792163"/>
            <a:ext cx="5270500" cy="1392237"/>
          </a:xfrm>
        </p:spPr>
        <p:txBody>
          <a:bodyPr anchor="ctr">
            <a:normAutofit/>
          </a:bodyPr>
          <a:lstStyle/>
          <a:p>
            <a:r>
              <a:rPr lang="en-CA" sz="6600" dirty="0">
                <a:solidFill>
                  <a:srgbClr val="5B4A3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25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178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</vt:lpstr>
      <vt:lpstr>Office Theme</vt:lpstr>
      <vt:lpstr>Tire Defects Detection</vt:lpstr>
      <vt:lpstr>PowerPoint Presentation</vt:lpstr>
      <vt:lpstr>PowerPoint Presentation</vt:lpstr>
      <vt:lpstr>Data &amp; Model Overview</vt:lpstr>
      <vt:lpstr>Data &amp; Model Overview</vt:lpstr>
      <vt:lpstr>Model Performance</vt:lpstr>
      <vt:lpstr>Model Performance</vt:lpstr>
      <vt:lpstr>Explainability &amp; Insight</vt:lpstr>
      <vt:lpstr>Explainability &amp; Insight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Chrishan Bastiampillai</dc:creator>
  <cp:lastModifiedBy>Chrishan Bastiampillai</cp:lastModifiedBy>
  <cp:revision>4</cp:revision>
  <dcterms:created xsi:type="dcterms:W3CDTF">2026-01-16T01:25:41Z</dcterms:created>
  <dcterms:modified xsi:type="dcterms:W3CDTF">2026-01-16T17:56:34Z</dcterms:modified>
</cp:coreProperties>
</file>